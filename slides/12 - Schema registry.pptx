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  <p:sldMasterId id="2147483657" r:id="rId2"/>
  </p:sldMasterIdLst>
  <p:notesMasterIdLst>
    <p:notesMasterId r:id="rId9"/>
  </p:notesMasterIdLst>
  <p:handoutMasterIdLst>
    <p:handoutMasterId r:id="rId10"/>
  </p:handoutMasterIdLst>
  <p:sldIdLst>
    <p:sldId id="260" r:id="rId3"/>
    <p:sldId id="319" r:id="rId4"/>
    <p:sldId id="320" r:id="rId5"/>
    <p:sldId id="323" r:id="rId6"/>
    <p:sldId id="321" r:id="rId7"/>
    <p:sldId id="322" r:id="rId8"/>
  </p:sldIdLst>
  <p:sldSz cx="10080625" cy="6858000"/>
  <p:notesSz cx="6888163" cy="10020300"/>
  <p:embeddedFontLst>
    <p:embeddedFont>
      <p:font typeface="Arial Narrow" panose="020B0606020202030204" pitchFamily="3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175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6">
          <p15:clr>
            <a:srgbClr val="000000"/>
          </p15:clr>
        </p15:guide>
        <p15:guide id="2" pos="2171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961181-0966-4FB1-AE16-4F47901B9D46}" v="7" dt="2023-09-22T12:53:22.7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1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266" y="63"/>
      </p:cViewPr>
      <p:guideLst>
        <p:guide orient="horz" pos="2160"/>
        <p:guide pos="3175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0" d="100"/>
          <a:sy n="110" d="100"/>
        </p:scale>
        <p:origin x="360" y="120"/>
      </p:cViewPr>
      <p:guideLst>
        <p:guide orient="horz" pos="3156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>
            <a:extLst>
              <a:ext uri="{FF2B5EF4-FFF2-40B4-BE49-F238E27FC236}">
                <a16:creationId xmlns:a16="http://schemas.microsoft.com/office/drawing/2014/main" id="{F0E5A4BC-6D0A-C730-8390-1384A83DC3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11FA5754-6DD7-D5ED-0732-61AD16DBDCC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BFE939-5EC3-4D08-AE9D-032279A81FC9}" type="datetimeFigureOut">
              <a:rPr lang="da-DK" smtClean="0"/>
              <a:t>05-04-2024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8AD1624A-02D6-14EC-54A7-2411253E1F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D8747B95-112B-DB8F-2A71-6ED08C089D5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8ABDDD-7010-4DDD-B9EC-6D19FCD0C4A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8095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73037" y="449262"/>
            <a:ext cx="6751637" cy="4592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66750" y="5519737"/>
            <a:ext cx="5765800" cy="387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:notes"/>
          <p:cNvSpPr txBox="1">
            <a:spLocks noGrp="1"/>
          </p:cNvSpPr>
          <p:nvPr>
            <p:ph type="body" idx="1"/>
          </p:nvPr>
        </p:nvSpPr>
        <p:spPr>
          <a:xfrm>
            <a:off x="666750" y="5519737"/>
            <a:ext cx="5765800" cy="387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3038" y="449263"/>
            <a:ext cx="6751637" cy="4592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dias">
  <p:cSld name="Titeldias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997409" y="1932530"/>
            <a:ext cx="8568532" cy="29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600" b="1" i="1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ndard slide" type="obj">
  <p:cSld name="OBJEC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1" y="-11431"/>
            <a:ext cx="6120432" cy="776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1" u="none" strike="noStrike" cap="none">
                <a:solidFill>
                  <a:srgbClr val="F8F8F8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1"/>
          </p:nvPr>
        </p:nvSpPr>
        <p:spPr>
          <a:xfrm>
            <a:off x="360362" y="1052512"/>
            <a:ext cx="9359900" cy="51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44500" algn="l" rtl="0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/>
        </p:nvSpPr>
        <p:spPr>
          <a:xfrm>
            <a:off x="2232025" y="6378575"/>
            <a:ext cx="5616575" cy="354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05FA3"/>
              </a:buClr>
              <a:buSzPts val="1300"/>
              <a:buFont typeface="Arial Narrow"/>
              <a:buNone/>
            </a:pPr>
            <a:r>
              <a:rPr lang="en-US" sz="1300" b="1" i="1" u="none" strike="noStrike" cap="none">
                <a:solidFill>
                  <a:srgbClr val="305FA3"/>
                </a:solidFill>
                <a:latin typeface="Arial Narrow"/>
                <a:ea typeface="Arial Narrow"/>
                <a:cs typeface="Arial Narrow"/>
                <a:sym typeface="Arial Narrow"/>
              </a:rPr>
              <a:t>Instruktørmøde den 01/06-2017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 Narrow"/>
              <a:buNone/>
            </a:pPr>
            <a:r>
              <a:rPr lang="en-US" sz="1000" b="0" i="1" u="none" strike="noStrike" cap="non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Copyright © Lund&amp;Bendsen A/S</a:t>
            </a:r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3175" y="0"/>
            <a:ext cx="10077450" cy="18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 Narrow"/>
              <a:buNone/>
            </a:pPr>
            <a:r>
              <a:rPr lang="en-US" sz="1000" b="0" i="1" u="none" strike="noStrike" cap="non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005840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/>
          <p:nvPr/>
        </p:nvSpPr>
        <p:spPr>
          <a:xfrm>
            <a:off x="7856537" y="6378575"/>
            <a:ext cx="579437" cy="381000"/>
          </a:xfrm>
          <a:prstGeom prst="parallelogram">
            <a:avLst>
              <a:gd name="adj" fmla="val 6660"/>
            </a:avLst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i="0" u="non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8064500" y="6378575"/>
            <a:ext cx="2016125" cy="381000"/>
          </a:xfrm>
          <a:prstGeom prst="rect">
            <a:avLst/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91425" rIns="216000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Side </a:t>
            </a:r>
            <a:fld id="{00000000-1234-1234-1234-123412341234}" type="slidenum"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‹nr.›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14287" y="-257175"/>
            <a:ext cx="10094912" cy="7372350"/>
          </a:xfrm>
          <a:prstGeom prst="rect">
            <a:avLst/>
          </a:prstGeom>
          <a:solidFill>
            <a:srgbClr val="325FA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i="0" u="non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id="12" name="Google Shape;12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160587" y="-19050"/>
            <a:ext cx="6316662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93062" y="144462"/>
            <a:ext cx="1927225" cy="46196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360362" y="1052512"/>
            <a:ext cx="9359900" cy="51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44500" algn="l" rtl="0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60362" y="1052512"/>
            <a:ext cx="9359900" cy="51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44500" algn="l" rtl="0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3175" y="0"/>
            <a:ext cx="10077450" cy="18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 Narrow"/>
              <a:buNone/>
            </a:pPr>
            <a:r>
              <a:rPr lang="en-US" sz="1000" b="0" i="1" u="non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/>
          </a:p>
        </p:txBody>
      </p:sp>
      <p:pic>
        <p:nvPicPr>
          <p:cNvPr id="42" name="Google Shape;42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005840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7"/>
          <p:cNvSpPr/>
          <p:nvPr/>
        </p:nvSpPr>
        <p:spPr>
          <a:xfrm>
            <a:off x="7856537" y="6378575"/>
            <a:ext cx="579437" cy="381000"/>
          </a:xfrm>
          <a:prstGeom prst="parallelogram">
            <a:avLst>
              <a:gd name="adj" fmla="val 6660"/>
            </a:avLst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i="0" u="non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44" name="Google Shape;44;p7"/>
          <p:cNvSpPr txBox="1"/>
          <p:nvPr/>
        </p:nvSpPr>
        <p:spPr>
          <a:xfrm>
            <a:off x="8064500" y="6378575"/>
            <a:ext cx="2016125" cy="381000"/>
          </a:xfrm>
          <a:prstGeom prst="rect">
            <a:avLst/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91425" rIns="216000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Side </a:t>
            </a:r>
            <a:fld id="{00000000-1234-1234-1234-123412341234}" type="slidenum"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5/subjects/proto-topic-value/versions" TargetMode="External"/><Relationship Id="rId2" Type="http://schemas.openxmlformats.org/officeDocument/2006/relationships/hyperlink" Target="http://localhost:8085/subject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:8085/subjects/proto-topic-value/versions/1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6"/>
          <p:cNvSpPr txBox="1">
            <a:spLocks noGrp="1"/>
          </p:cNvSpPr>
          <p:nvPr>
            <p:ph type="ctrTitle"/>
          </p:nvPr>
        </p:nvSpPr>
        <p:spPr>
          <a:xfrm>
            <a:off x="755650" y="2130425"/>
            <a:ext cx="8569325" cy="2954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 Narrow"/>
              <a:buNone/>
            </a:pPr>
            <a:r>
              <a:rPr lang="en-US" dirty="0"/>
              <a:t>Schema registry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Without</a:t>
            </a:r>
            <a:r>
              <a:rPr lang="da-DK" dirty="0"/>
              <a:t>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registry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CB651C-4AB1-F4C1-1D3A-67837C80B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9189" y="2524608"/>
            <a:ext cx="66675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588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With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registry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84B039-F901-D00A-5EED-F6AA60FA7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3" y="1700213"/>
            <a:ext cx="6667500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6345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With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registry</a:t>
            </a:r>
            <a:endParaRPr lang="en-US" dirty="0"/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6568A9F9-8086-4AE7-454C-8D98E61F8898}"/>
              </a:ext>
            </a:extLst>
          </p:cNvPr>
          <p:cNvSpPr txBox="1"/>
          <p:nvPr/>
        </p:nvSpPr>
        <p:spPr>
          <a:xfrm>
            <a:off x="2968487" y="1762539"/>
            <a:ext cx="474040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http://localhost:8085/subjects</a:t>
            </a:r>
            <a:endParaRPr lang="en-US" dirty="0"/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http://localhost:8085/subjects/proto-topic-value/versions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4"/>
              </a:rPr>
              <a:t>http://localhost:8085/subjects/proto-topic-value/versions/1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Check </a:t>
            </a:r>
            <a:r>
              <a:rPr lang="en-US"/>
              <a:t>Top-level compatibility</a:t>
            </a:r>
            <a:endParaRPr lang="en-US" dirty="0"/>
          </a:p>
          <a:p>
            <a:r>
              <a:rPr lang="en-US" dirty="0"/>
              <a:t>http://localhost:8085/config</a:t>
            </a:r>
          </a:p>
        </p:txBody>
      </p:sp>
    </p:spTree>
    <p:extLst>
      <p:ext uri="{BB962C8B-B14F-4D97-AF65-F5344CB8AC3E}">
        <p14:creationId xmlns:p14="http://schemas.microsoft.com/office/powerpoint/2010/main" val="942320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Backward</a:t>
            </a:r>
            <a:r>
              <a:rPr lang="da-DK" dirty="0"/>
              <a:t> </a:t>
            </a:r>
            <a:r>
              <a:rPr lang="da-DK" dirty="0" err="1"/>
              <a:t>compatible</a:t>
            </a:r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2F3FF4C-CE8D-C1D6-501F-AE2F8E7CDA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3" y="2228850"/>
            <a:ext cx="666750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0349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Forward </a:t>
            </a:r>
            <a:r>
              <a:rPr lang="da-DK" dirty="0" err="1"/>
              <a:t>compatible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A33B4CB-F6D6-ADF1-F829-BD746C477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3" y="2328863"/>
            <a:ext cx="6667500" cy="220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81980"/>
      </p:ext>
    </p:extLst>
  </p:cSld>
  <p:clrMapOvr>
    <a:masterClrMapping/>
  </p:clrMapOvr>
</p:sld>
</file>

<file path=ppt/theme/theme1.xml><?xml version="1.0" encoding="utf-8"?>
<a:theme xmlns:a="http://schemas.openxmlformats.org/drawingml/2006/main" name="3_Standarddesign">
  <a:themeElements>
    <a:clrScheme name="Brugerdefinere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9900"/>
      </a:accent1>
      <a:accent2>
        <a:srgbClr val="325FA4"/>
      </a:accent2>
      <a:accent3>
        <a:srgbClr val="FFFF00"/>
      </a:accent3>
      <a:accent4>
        <a:srgbClr val="000000"/>
      </a:accent4>
      <a:accent5>
        <a:srgbClr val="FF9900"/>
      </a:accent5>
      <a:accent6>
        <a:srgbClr val="325FA4"/>
      </a:accent6>
      <a:hlink>
        <a:srgbClr val="248FD6"/>
      </a:hlink>
      <a:folHlink>
        <a:srgbClr val="248FD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Standarddesign">
  <a:themeElements>
    <a:clrScheme name="Brugerdefinere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9900"/>
      </a:accent1>
      <a:accent2>
        <a:srgbClr val="325FA4"/>
      </a:accent2>
      <a:accent3>
        <a:srgbClr val="FFFF00"/>
      </a:accent3>
      <a:accent4>
        <a:srgbClr val="000000"/>
      </a:accent4>
      <a:accent5>
        <a:srgbClr val="FF9900"/>
      </a:accent5>
      <a:accent6>
        <a:srgbClr val="325FA4"/>
      </a:accent6>
      <a:hlink>
        <a:srgbClr val="248FD6"/>
      </a:hlink>
      <a:folHlink>
        <a:srgbClr val="248FD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4D1322-46BA-484A-A06D-ADF5DB34D535}">
  <we:reference id="wa200000113" version="1.0.0.0" store="en-US" storeType="OMEX"/>
  <we:alternateReferences>
    <we:reference id="wa200000113" version="1.0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15563</TotalTime>
  <Words>56</Words>
  <Application>Microsoft Office PowerPoint</Application>
  <PresentationFormat>Brugerdefineret</PresentationFormat>
  <Paragraphs>15</Paragraphs>
  <Slides>6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2</vt:i4>
      </vt:variant>
      <vt:variant>
        <vt:lpstr>Slidetitler</vt:lpstr>
      </vt:variant>
      <vt:variant>
        <vt:i4>6</vt:i4>
      </vt:variant>
    </vt:vector>
  </HeadingPairs>
  <TitlesOfParts>
    <vt:vector size="11" baseType="lpstr">
      <vt:lpstr>Times New Roman</vt:lpstr>
      <vt:lpstr>Arial Narrow</vt:lpstr>
      <vt:lpstr>Arial</vt:lpstr>
      <vt:lpstr>3_Standarddesign</vt:lpstr>
      <vt:lpstr>2_Standarddesign</vt:lpstr>
      <vt:lpstr>Schema registry</vt:lpstr>
      <vt:lpstr>Without schema registry</vt:lpstr>
      <vt:lpstr>With schema registry</vt:lpstr>
      <vt:lpstr>With schema registry</vt:lpstr>
      <vt:lpstr>Backward compatible</vt:lpstr>
      <vt:lpstr>Forward compatible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Velkommen til &lt;&lt; indsæt kursets navn &gt;&gt; &lt;&lt; evt. dato eller lign.  &gt;&gt;</dc:title>
  <cp:lastModifiedBy>Martin Højgaard Clausen, PostNord</cp:lastModifiedBy>
  <cp:revision>162</cp:revision>
  <dcterms:modified xsi:type="dcterms:W3CDTF">2024-04-05T11:34:47Z</dcterms:modified>
</cp:coreProperties>
</file>